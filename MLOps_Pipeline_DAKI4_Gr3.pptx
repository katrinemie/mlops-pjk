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· Challenges · Reflections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56032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DAKI4 · Group 3 · Aalborg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005840"/>
            <a:ext cx="10515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0058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005840"/>
            <a:ext cx="10515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0058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664208"/>
            <a:ext cx="10515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642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664208"/>
            <a:ext cx="10515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6642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322576"/>
            <a:ext cx="10515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322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2322576"/>
            <a:ext cx="10515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322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9 Stages (Jenkins)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46888" y="1188720"/>
            <a:ext cx="832104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88136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188720"/>
            <a:ext cx="83210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29968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188720"/>
            <a:ext cx="83210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30552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188720"/>
            <a:ext cx="83210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72384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13632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14216" y="1188720"/>
            <a:ext cx="83210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14216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55464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188720"/>
            <a:ext cx="83210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97296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83210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97880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39128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9712" y="1188720"/>
            <a:ext cx="83210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39712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80960" y="169164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1544" y="1188720"/>
            <a:ext cx="83210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81544" y="1188720"/>
            <a:ext cx="832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16752" y="2423160"/>
            <a:ext cx="283464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accuracy ≥ 0.80 required to register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" y="2971800"/>
            <a:ext cx="1883664" cy="274320"/>
          </a:xfrm>
          <a:prstGeom prst="rect">
            <a:avLst/>
          </a:prstGeom>
          <a:solidFill>
            <a:srgbClr val="64748B">
              <a:alpha val="1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" y="297180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52928" y="2971800"/>
            <a:ext cx="2880360" cy="274320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52928" y="2971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Workflow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33288" y="2971800"/>
            <a:ext cx="310896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Jenkins master + 3× GPU workers · RTX Pro 4000 Ada (20 GB VRAM) · Intel Ultra 9 285K · 64 GB DDR5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7498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Infrastructure on One Node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152144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Jenkins, MLflow, MinIO (S3) and Docker Registry all co-located on the storage node.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simple internal networking, no cross-host auth complexity.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 single point of failure for the entire pipeline.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12848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12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396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+ MinIO for Reproducible Data Versioning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54203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tracked with DVC and stored in MinIO (S3-compatible). Large files stay out of Git.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member can reproduce a run with a single  dvc pull  — consistent across all worker nodes.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19856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60273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5295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Model Gating in Jenkins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9319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only promotes a model to MLflow Production if test accuracy ≥ 0.80 — hard-coded threshold.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degraded models from reaching the Flask API server twice during development cycles.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MLflow Artifact Storage on Distributed Workers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2606040" cy="28803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97280"/>
            <a:ext cx="2606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4460" y="1298448"/>
            <a:ext cx="585216" cy="5852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4460" y="12984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" y="2011680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246888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run inside Docker containers.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artifact store not mounted → MLflow artifact logging failed silently on all 3 nodes.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68503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ba55587 · disable artifact logging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35808" y="253746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097280"/>
            <a:ext cx="2606040" cy="2880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09728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3380" y="1298448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3380" y="12984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82696" y="2011680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0128" y="246888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artifact logging entirely.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registered via metadata only — artifacts missing from MLflow registry.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368503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8bc6659 · log before registering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24728" y="253746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1097280"/>
            <a:ext cx="2606040" cy="28803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1888" y="1097280"/>
            <a:ext cx="2606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2300" y="1298448"/>
            <a:ext cx="585216" cy="5852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2300" y="12984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71616" y="2011680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9048" y="246888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model artifact before the registration call.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MinIO credentials explicitly to worker container environments.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53328" y="368503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efa70ae · re-enable via MinIO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Training — Three Approaches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7132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13232"/>
            <a:ext cx="64008" cy="3566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GPU + AMP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" y="1353312"/>
            <a:ext cx="24505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(FP16 / BF16)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GradScaler for loss scaling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set up &amp; iterate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main Jenkins pipeline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0449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Simple, stable, fast iteration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5021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VRAM limited to one GPU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7132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713232"/>
            <a:ext cx="64008" cy="3566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DistributedDataParallel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9856" y="1353312"/>
            <a:ext cx="24505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All-reduce gradient sync (NCCL)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via torchrun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Near-linear scaling × 3 nodes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replicated per GPU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30449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Near-linear scale, battle-tested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5021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memory: full model per GPU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7132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713232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 ZeRO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45936" y="1353312"/>
            <a:ext cx="24505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stages 1, 2, 3 all tested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optimizer + gradients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via ds_config_zero*.json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large model training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0449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Memory efficient, big model support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5021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Overhead exceeds gain on ResNet18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" y="4443984"/>
            <a:ext cx="2743200" cy="256032"/>
          </a:xfrm>
          <a:prstGeom prst="rect">
            <a:avLst/>
          </a:prstGeom>
          <a:solidFill>
            <a:srgbClr val="0EA5E9">
              <a:alpha val="1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443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main pipeline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— and What Didn't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667512"/>
            <a:ext cx="404164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667512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9744" y="667512"/>
            <a:ext cx="4041648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667512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Work / Challenges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1115568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15568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18872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(AMP)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149961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training speedup on RTX Pro 4000 with minimal code changes.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020824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2020824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0939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+ MinIO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40487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versioning. Any node can reproduce a run with  dvc pull.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2926080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926080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9992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Model Gating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31012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bad models from reaching the API. Fully automatic, no human gate.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3831336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3831336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9044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Workers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421538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environments across all 3 GPU nodes via Docker images.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9744" y="1115568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9744" y="1115568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118872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 on Workers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46904" y="149961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not mounted in containers — required 3 iterative commits to fully resolve.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9744" y="2020824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2020824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20939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 on ResNet18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46904" y="240487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ZeRO-3 overhead exceeded gains; caused instability on small model.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9744" y="2926080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9744" y="292608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29992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(Jetson)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46904" y="331012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integrated in pipeline — ARM build issues with PyTorch wheel.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9744" y="3831336"/>
            <a:ext cx="40416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9744" y="3831336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46904" y="39044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Multi-node Init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46904" y="421538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torchrun master address config non-trivial across Docker bridge networks.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2471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24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0972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networking is where MLOps gets hard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18488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propagation and volume mounts across distributed containers caused more friction than the ML code itself.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9744" y="96012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960120"/>
            <a:ext cx="41148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46904" y="112471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1124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31536" y="10972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— scale only where it pays off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2624" y="1618488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on a single GPU outperformed our initial DDP setup for ResNet18. Added complexity only where it delivered measurable benefit.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88036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880360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04495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" y="30175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gating adds tangible value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538728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threshold in Jenkins caught degraded models twice and blocked them from the API automatically.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9744" y="2880360"/>
            <a:ext cx="4114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288036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46904" y="30449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31536" y="30175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MinIO works — setup is non-trivial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3538728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store requires careful ordering of log-before-register calls and explicit credential injection into worker environments.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Pipeline - DAKI4 Group 3</dc:title>
  <dc:subject>PptxGenJS Presentation</dc:subject>
  <dc:creator>DAKI4 Group 3</dc:creator>
  <cp:lastModifiedBy>DAKI4 Group 3</cp:lastModifiedBy>
  <cp:revision>1</cp:revision>
  <dcterms:created xsi:type="dcterms:W3CDTF">2026-03-24T10:47:14Z</dcterms:created>
  <dcterms:modified xsi:type="dcterms:W3CDTF">2026-03-24T10:47:14Z</dcterms:modified>
</cp:coreProperties>
</file>